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50" d="100"/>
          <a:sy n="50" d="100"/>
        </p:scale>
        <p:origin x="2148" y="76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 useBgFill="1">
        <p:nvSpPr>
          <p:cNvPr id="13" name="Freeform 12"/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Freeform 22"/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9" name="Freeform 28"/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Freeform 29"/>
          <p:cNvSpPr/>
          <p:nvPr/>
        </p:nvSpPr>
        <p:spPr>
          <a:xfrm rot="21420000">
            <a:off x="-170768" y="213023"/>
            <a:ext cx="8480534" cy="5746008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3669071" y="4714242"/>
            <a:ext cx="4607740" cy="942356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12134" y="4954635"/>
            <a:ext cx="2987069" cy="918361"/>
          </a:xfrm>
        </p:spPr>
        <p:txBody>
          <a:bodyPr vert="horz" lIns="91440" tIns="45720" rIns="91440" bIns="45720" rtlCol="0" anchor="ctr"/>
          <a:lstStyle>
            <a:lvl1pPr algn="r">
              <a:defRPr lang="en-US" sz="4200" dirty="0"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7401518" y="3819948"/>
            <a:ext cx="680390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3" name="5-Point Star 32"/>
          <p:cNvSpPr/>
          <p:nvPr/>
        </p:nvSpPr>
        <p:spPr>
          <a:xfrm rot="21420000">
            <a:off x="3121951" y="5057183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20067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766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887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9334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94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8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2240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0877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167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7012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921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04280" y="887850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97147" y="290648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13901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3037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59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9422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4648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1158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07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jp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Brickwork-SD-R1acrop.jp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/>
        </p:nvGrpSpPr>
        <p:grpSpPr>
          <a:xfrm>
            <a:off x="-19048" y="1"/>
            <a:ext cx="9004013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2063396"/>
            <a:ext cx="7797662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73562" y="5757334"/>
            <a:ext cx="283845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4351" y="5757334"/>
            <a:ext cx="412478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715341" y="5757334"/>
            <a:ext cx="68039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139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Netflix Analysis – Detailed Insights &amp; Metrics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Insights &amp; Metrics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42624"/>
            <a:ext cx="6887389" cy="3599316"/>
          </a:xfrm>
        </p:spPr>
        <p:txBody>
          <a:bodyPr/>
          <a:lstStyle/>
          <a:p>
            <a:endParaRPr/>
          </a:p>
          <a:p>
            <a:r>
              <a:t>Analyze Netflix's global content library.</a:t>
            </a:r>
          </a:p>
          <a:p>
            <a:r>
              <a:t>Understand trends in genres, ratings, countries, and years.</a:t>
            </a:r>
          </a:p>
          <a:p>
            <a:r>
              <a:t>Identify viewer-focused content patterns.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Includes Movies &amp; TV Shows metadata.</a:t>
            </a:r>
          </a:p>
          <a:p>
            <a:r>
              <a:t>Features include Title, Genres, Country, Release Year, Rating.</a:t>
            </a:r>
          </a:p>
          <a:p>
            <a:r>
              <a:t>1300+ entries with multiple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Content Type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Movies = 70%, TV Shows = 30%.</a:t>
            </a:r>
          </a:p>
          <a:p>
            <a:r>
              <a:t>TV shows increasing rapidly post-2018.</a:t>
            </a:r>
          </a:p>
          <a:p>
            <a:r>
              <a:t>Shift in Netflix’s content strategy.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Top genres: Drama, Comedy, Documentary.</a:t>
            </a:r>
          </a:p>
          <a:p>
            <a:r>
              <a:t>Thrillers, Action appear frequently in movies.</a:t>
            </a:r>
          </a:p>
          <a:p>
            <a:r>
              <a:t>Some genres are country-dependent.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USA produces most Netflix content.</a:t>
            </a:r>
          </a:p>
          <a:p>
            <a:r>
              <a:t>India is second largest content contributor.</a:t>
            </a:r>
          </a:p>
          <a:p>
            <a:r>
              <a:t>UK, Canada, Japan follow next.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Release Year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Explosive growth after 2015.</a:t>
            </a:r>
          </a:p>
          <a:p>
            <a:r>
              <a:t>Big spike in TV shows release volume.</a:t>
            </a:r>
          </a:p>
          <a:p>
            <a:r>
              <a:t>Recent decline in 2020–21 due to global slowdown.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Ratings Distribution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Most content rated: TV-MA, TV-14.</a:t>
            </a:r>
          </a:p>
          <a:p>
            <a:r>
              <a:t>Family-friendly content proportion low.</a:t>
            </a:r>
          </a:p>
          <a:p>
            <a:r>
              <a:t>Indicates target audience is adults.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Director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Most frequently appearing directors identified.</a:t>
            </a:r>
          </a:p>
          <a:p>
            <a:r>
              <a:t>Some directors specialize in specific genres.</a:t>
            </a:r>
          </a:p>
          <a:p>
            <a:r>
              <a:t>Multiple collaborations visible.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Actor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Large variation in cast appearances.</a:t>
            </a:r>
          </a:p>
          <a:p>
            <a:r>
              <a:t>Some actors dominate regional content.</a:t>
            </a:r>
          </a:p>
          <a:p>
            <a:r>
              <a:t>Potential influence on viewer engagement.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Duration &amp; Format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Movies average around 90–110 minutes.</a:t>
            </a:r>
          </a:p>
          <a:p>
            <a:r>
              <a:t>TV shows mostly have 1–3 seasons.</a:t>
            </a:r>
          </a:p>
          <a:p>
            <a:r>
              <a:t>Content duration reflects audience behavior shifts.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Genre–Country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Certain genres dominate specific regions.</a:t>
            </a:r>
          </a:p>
          <a:p>
            <a:r>
              <a:t>Indian content rich in drama &amp; romance.</a:t>
            </a:r>
          </a:p>
          <a:p>
            <a:r>
              <a:t>US content strong in thrillers &amp; documentaries.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Year–Content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Strong correlation between release spikes and Netflix investments.</a:t>
            </a:r>
          </a:p>
          <a:p>
            <a:r>
              <a:t>TV shows grew faster than movies globally.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Invest more in growing regions (India, Europe).</a:t>
            </a:r>
          </a:p>
          <a:p>
            <a:r>
              <a:t>Increase content diversity for family-friendly segments.</a:t>
            </a:r>
          </a:p>
          <a:p>
            <a:r>
              <a:t>Strengthen TV show production due to high engagement.</a:t>
            </a:r>
          </a:p>
          <a:p>
            <a:r>
              <a:t>Leverage top-performing genres like Drama &amp; Thriller.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in Ev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Main Event</Template>
  <TotalTime>5</TotalTime>
  <Words>327</Words>
  <Application>Microsoft Office PowerPoint</Application>
  <PresentationFormat>On-screen Show (4:3)</PresentationFormat>
  <Paragraphs>67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Impact</vt:lpstr>
      <vt:lpstr>Main Event</vt:lpstr>
      <vt:lpstr>Netflix Analysis – Detailed Insights &amp; Metrics</vt:lpstr>
      <vt:lpstr>Project Objective</vt:lpstr>
      <vt:lpstr>Dataset Overview</vt:lpstr>
      <vt:lpstr>Content Type Metrics</vt:lpstr>
      <vt:lpstr>Genre Insights</vt:lpstr>
      <vt:lpstr>Country Distribution</vt:lpstr>
      <vt:lpstr>Release Year Trends</vt:lpstr>
      <vt:lpstr>Ratings Distribution</vt:lpstr>
      <vt:lpstr>Director Insights</vt:lpstr>
      <vt:lpstr>Actor Insights</vt:lpstr>
      <vt:lpstr>Duration &amp; Format Analysis</vt:lpstr>
      <vt:lpstr>Genre–Country Matrix</vt:lpstr>
      <vt:lpstr>Year–Content Matrix</vt:lpstr>
      <vt:lpstr>Recommendations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Deepak Chandola</cp:lastModifiedBy>
  <cp:revision>3</cp:revision>
  <dcterms:created xsi:type="dcterms:W3CDTF">2013-01-27T09:14:16Z</dcterms:created>
  <dcterms:modified xsi:type="dcterms:W3CDTF">2025-11-10T06:15:08Z</dcterms:modified>
  <cp:category/>
</cp:coreProperties>
</file>